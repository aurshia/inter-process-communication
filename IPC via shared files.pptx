
<file path=[Content_Types].xml><?xml version="1.0" encoding="utf-8"?>
<Types xmlns="http://schemas.openxmlformats.org/package/2006/content-types">
  <Default Extension="png" ContentType="image/png"/>
  <Default Extension="tmp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2" r:id="rId2"/>
    <p:sldId id="257" r:id="rId3"/>
    <p:sldId id="273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1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17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D58D6-67AE-4E36-8CFD-99072B601F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IPC VIA SHARED FILES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C6A7CD-BA26-447C-A0A4-E952395E85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Presented by </a:t>
            </a:r>
            <a:r>
              <a:rPr lang="en-US" dirty="0" err="1"/>
              <a:t>Aurshia</a:t>
            </a:r>
            <a:r>
              <a:rPr lang="en-US" dirty="0"/>
              <a:t> Mudassar</a:t>
            </a:r>
          </a:p>
        </p:txBody>
      </p:sp>
    </p:spTree>
    <p:extLst>
      <p:ext uri="{BB962C8B-B14F-4D97-AF65-F5344CB8AC3E}">
        <p14:creationId xmlns:p14="http://schemas.microsoft.com/office/powerpoint/2010/main" val="3073711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Process?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 program in execution</a:t>
            </a:r>
          </a:p>
          <a:p>
            <a:r>
              <a:rPr dirty="0"/>
              <a:t> Has its own memory, variables, CPU time</a:t>
            </a:r>
          </a:p>
          <a:p>
            <a:r>
              <a:rPr dirty="0"/>
              <a:t> Processes cannot access each other’s memory directly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6B589-F202-4367-9138-5DEC4F443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C1E0D7-F663-4862-9A62-ABD3E67501C6}"/>
              </a:ext>
            </a:extLst>
          </p:cNvPr>
          <p:cNvSpPr>
            <a:spLocks noGrp="1"/>
          </p:cNvSpPr>
          <p:nvPr>
            <p:ph idx="1"/>
          </p:nvPr>
        </p:nvSpPr>
        <p:spPr>
          <a:xfrm flipH="1" flipV="1">
            <a:off x="4231340" y="4709739"/>
            <a:ext cx="45719" cy="122237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A6D7BA-508E-49B9-ACC0-7465E01AD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58" y="1094907"/>
            <a:ext cx="9144000" cy="5056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52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IPC?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Mechanisms that allow processes to:</a:t>
            </a:r>
          </a:p>
          <a:p>
            <a:r>
              <a:rPr dirty="0"/>
              <a:t> Share data</a:t>
            </a:r>
          </a:p>
          <a:p>
            <a:r>
              <a:rPr dirty="0"/>
              <a:t> Coordinate tasks</a:t>
            </a:r>
          </a:p>
          <a:p>
            <a:r>
              <a:rPr dirty="0"/>
              <a:t> Send messages</a:t>
            </a:r>
          </a:p>
          <a:p>
            <a:r>
              <a:rPr dirty="0"/>
              <a:t> Work together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IPC is Needed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• Data sharing</a:t>
            </a:r>
          </a:p>
          <a:p>
            <a:r>
              <a:rPr dirty="0"/>
              <a:t>• Synchronization</a:t>
            </a:r>
            <a:r>
              <a:rPr lang="en-US" dirty="0"/>
              <a:t> (processes </a:t>
            </a:r>
            <a:r>
              <a:rPr lang="en-US" b="1" dirty="0"/>
              <a:t>run in the correct order</a:t>
            </a:r>
            <a:r>
              <a:rPr lang="en-US" dirty="0"/>
              <a:t>)</a:t>
            </a:r>
          </a:p>
          <a:p>
            <a:r>
              <a:rPr dirty="0"/>
              <a:t>• Better system design</a:t>
            </a:r>
            <a:r>
              <a:rPr lang="en-US" dirty="0"/>
              <a:t> (Dividing a large system into </a:t>
            </a:r>
            <a:r>
              <a:rPr lang="en-US" b="1" dirty="0"/>
              <a:t>small independent components</a:t>
            </a:r>
            <a:r>
              <a:rPr lang="en-US" dirty="0"/>
              <a:t> (modular design)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IPC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Pipes</a:t>
            </a:r>
          </a:p>
          <a:p>
            <a:r>
              <a:t>• Message Queues</a:t>
            </a:r>
          </a:p>
          <a:p>
            <a:r>
              <a:t>• Shared Memory</a:t>
            </a:r>
          </a:p>
          <a:p>
            <a:r>
              <a:t>• Sockets</a:t>
            </a:r>
          </a:p>
          <a:p>
            <a:r>
              <a:t>• Signals</a:t>
            </a:r>
          </a:p>
          <a:p>
            <a:r>
              <a:t>• Shared Files (focus)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IPC via Shared Files?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Processes communicate by reading/writing the same file.</a:t>
            </a:r>
          </a:p>
          <a:p>
            <a:r>
              <a:t>A file acts as communication medium.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Process A (writer) → shared.txt → Process B (reader)</a:t>
            </a:r>
            <a:endParaRPr lang="en-US" dirty="0"/>
          </a:p>
          <a:p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7871B0-4267-4119-AFDB-AF796B45F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9144000" cy="609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Create shared file</a:t>
            </a:r>
          </a:p>
          <a:p>
            <a:r>
              <a:rPr dirty="0"/>
              <a:t> Writer writes data</a:t>
            </a:r>
          </a:p>
          <a:p>
            <a:r>
              <a:rPr dirty="0"/>
              <a:t> Reader reads data</a:t>
            </a:r>
          </a:p>
          <a:p>
            <a:r>
              <a:rPr dirty="0"/>
              <a:t> Locking prevents corruption</a:t>
            </a:r>
          </a:p>
          <a:p>
            <a:r>
              <a:rPr dirty="0"/>
              <a:t> Polling checks changes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Writer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dirty="0"/>
              <a:t>#include &lt;iostream&gt;</a:t>
            </a:r>
          </a:p>
          <a:p>
            <a:pPr marL="0" indent="0">
              <a:buNone/>
            </a:pPr>
            <a:r>
              <a:rPr lang="en-US" dirty="0"/>
              <a:t>#include &lt;</a:t>
            </a:r>
            <a:r>
              <a:rPr lang="en-US" dirty="0" err="1"/>
              <a:t>fstream</a:t>
            </a:r>
            <a:r>
              <a:rPr lang="en-US" dirty="0"/>
              <a:t>&gt;</a:t>
            </a:r>
          </a:p>
          <a:p>
            <a:pPr marL="0" indent="0">
              <a:buNone/>
            </a:pPr>
            <a:r>
              <a:rPr lang="en-US" dirty="0"/>
              <a:t>using namespace std;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int main() {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ofstream</a:t>
            </a:r>
            <a:r>
              <a:rPr lang="en-US" dirty="0"/>
              <a:t> </a:t>
            </a:r>
            <a:r>
              <a:rPr lang="en-US" dirty="0" err="1"/>
              <a:t>fout</a:t>
            </a:r>
            <a:r>
              <a:rPr lang="en-US" dirty="0"/>
              <a:t>("shared.txt");   </a:t>
            </a:r>
          </a:p>
          <a:p>
            <a:pPr marL="0" indent="0">
              <a:buNone/>
            </a:pPr>
            <a:r>
              <a:rPr lang="en-US" dirty="0"/>
              <a:t>    if (!</a:t>
            </a:r>
            <a:r>
              <a:rPr lang="en-US" dirty="0" err="1"/>
              <a:t>fout</a:t>
            </a:r>
            <a:r>
              <a:rPr lang="en-US" dirty="0"/>
              <a:t>) {</a:t>
            </a:r>
          </a:p>
          <a:p>
            <a:pPr marL="0" indent="0">
              <a:buNone/>
            </a:pPr>
            <a:r>
              <a:rPr lang="en-US" dirty="0"/>
              <a:t>        </a:t>
            </a:r>
            <a:r>
              <a:rPr lang="en-US" dirty="0" err="1"/>
              <a:t>cout</a:t>
            </a:r>
            <a:r>
              <a:rPr lang="en-US" dirty="0"/>
              <a:t> &lt;&lt; "Error opening file!\n";</a:t>
            </a:r>
          </a:p>
          <a:p>
            <a:pPr marL="0" indent="0">
              <a:buNone/>
            </a:pPr>
            <a:r>
              <a:rPr lang="en-US" dirty="0"/>
              <a:t>        return 1;</a:t>
            </a:r>
          </a:p>
          <a:p>
            <a:pPr marL="0" indent="0">
              <a:buNone/>
            </a:pPr>
            <a:r>
              <a:rPr lang="en-US" dirty="0"/>
              <a:t>    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fout</a:t>
            </a:r>
            <a:r>
              <a:rPr lang="en-US" dirty="0"/>
              <a:t> &lt;&lt; "Hello from Process A!";  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fout.close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cout</a:t>
            </a:r>
            <a:r>
              <a:rPr lang="en-US" dirty="0"/>
              <a:t> &lt;&lt; "Message written to file.\n";</a:t>
            </a:r>
          </a:p>
          <a:p>
            <a:pPr marL="0" indent="0">
              <a:buNone/>
            </a:pPr>
            <a:r>
              <a:rPr lang="en-US" dirty="0"/>
              <a:t>    return 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</a:t>
            </a:r>
            <a:r>
              <a:rPr lang="en-US" dirty="0" err="1"/>
              <a:t>fstream</a:t>
            </a:r>
            <a:r>
              <a:rPr lang="en-US" dirty="0"/>
              <a:t>&gt;</a:t>
            </a:r>
          </a:p>
          <a:p>
            <a:r>
              <a:rPr lang="en-US" dirty="0"/>
              <a:t>#include &lt;string&gt;</a:t>
            </a:r>
          </a:p>
          <a:p>
            <a:r>
              <a:rPr lang="en-US" dirty="0"/>
              <a:t>using namespace std;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</a:t>
            </a:r>
            <a:r>
              <a:rPr lang="en-US" dirty="0" err="1"/>
              <a:t>ifstream</a:t>
            </a:r>
            <a:r>
              <a:rPr lang="en-US" dirty="0"/>
              <a:t> fin("shared.txt");   </a:t>
            </a:r>
          </a:p>
          <a:p>
            <a:r>
              <a:rPr lang="en-US" dirty="0"/>
              <a:t>    if (!fin) {</a:t>
            </a:r>
          </a:p>
          <a:p>
            <a:r>
              <a:rPr lang="en-US" dirty="0"/>
              <a:t>        </a:t>
            </a:r>
            <a:r>
              <a:rPr lang="en-US" dirty="0" err="1"/>
              <a:t>cout</a:t>
            </a:r>
            <a:r>
              <a:rPr lang="en-US" dirty="0"/>
              <a:t> &lt;&lt; "Error opening file!\n";</a:t>
            </a:r>
          </a:p>
          <a:p>
            <a:r>
              <a:rPr lang="en-US" dirty="0"/>
              <a:t>        return 1;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string message;</a:t>
            </a:r>
          </a:p>
          <a:p>
            <a:r>
              <a:rPr lang="en-US" dirty="0"/>
              <a:t>    </a:t>
            </a:r>
            <a:r>
              <a:rPr lang="en-US" dirty="0" err="1"/>
              <a:t>getline</a:t>
            </a:r>
            <a:r>
              <a:rPr lang="en-US" dirty="0"/>
              <a:t>(fin, message);        </a:t>
            </a:r>
          </a:p>
          <a:p>
            <a:r>
              <a:rPr lang="en-US" dirty="0"/>
              <a:t>    </a:t>
            </a:r>
            <a:r>
              <a:rPr lang="en-US" dirty="0" err="1"/>
              <a:t>fin.close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cout</a:t>
            </a:r>
            <a:r>
              <a:rPr lang="en-US" dirty="0"/>
              <a:t> &lt;&lt; "Message from file: " &lt;&lt; message &lt;&lt; </a:t>
            </a:r>
            <a:r>
              <a:rPr lang="en-US" dirty="0" err="1"/>
              <a:t>endl</a:t>
            </a:r>
            <a:r>
              <a:rPr lang="en-US" dirty="0"/>
              <a:t>;</a:t>
            </a:r>
          </a:p>
          <a:p>
            <a:r>
              <a:rPr lang="en-US" dirty="0"/>
              <a:t>    return 0;</a:t>
            </a:r>
          </a:p>
          <a:p>
            <a:r>
              <a:rPr lang="en-US" dirty="0"/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Simple</a:t>
            </a:r>
          </a:p>
          <a:p>
            <a:pPr marL="0" indent="0">
              <a:buNone/>
            </a:pPr>
            <a:r>
              <a:rPr dirty="0"/>
              <a:t>• Permanent storage</a:t>
            </a:r>
            <a:r>
              <a:rPr lang="en-US" dirty="0"/>
              <a:t> (data persists even after the process ends)</a:t>
            </a:r>
            <a:endParaRPr dirty="0"/>
          </a:p>
          <a:p>
            <a:pPr marL="0" indent="0">
              <a:buNone/>
            </a:pPr>
            <a:r>
              <a:rPr dirty="0"/>
              <a:t>• Large data support</a:t>
            </a:r>
            <a:r>
              <a:rPr lang="en-US" dirty="0"/>
              <a:t> (it handles large amount of data)</a:t>
            </a:r>
            <a:endParaRPr dirty="0"/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dirty="0"/>
              <a:t>Slow</a:t>
            </a:r>
            <a:r>
              <a:rPr lang="en-US" dirty="0"/>
              <a:t> (Disk involving reading / writing is much slower than RAM)</a:t>
            </a:r>
            <a:endParaRPr dirty="0"/>
          </a:p>
          <a:p>
            <a:r>
              <a:rPr dirty="0"/>
              <a:t>Not real-time</a:t>
            </a:r>
            <a:r>
              <a:rPr lang="en-US" dirty="0"/>
              <a:t> (not fast)</a:t>
            </a:r>
            <a:endParaRPr dirty="0"/>
          </a:p>
          <a:p>
            <a:r>
              <a:rPr dirty="0"/>
              <a:t>Needs locking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dirty="0"/>
              <a:t>Risk of corruption</a:t>
            </a:r>
            <a:r>
              <a:rPr lang="en-US" dirty="0"/>
              <a:t> (some crash occurs)</a:t>
            </a:r>
          </a:p>
          <a:p>
            <a:pPr marL="0" indent="0">
              <a:buNone/>
            </a:pPr>
            <a:r>
              <a:rPr lang="en-US" dirty="0"/>
              <a:t>      (12345)------</a:t>
            </a:r>
            <a:r>
              <a:rPr lang="en-US" dirty="0">
                <a:sym typeface="Wingdings" panose="05000000000000000000" pitchFamily="2" charset="2"/>
              </a:rPr>
              <a:t>(12)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      crash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A2E318-CB57-4ED5-9FFE-054571E76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94" y="3603595"/>
            <a:ext cx="4220164" cy="90500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Real-Life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Canteen Menu:</a:t>
            </a:r>
          </a:p>
          <a:p>
            <a:pPr marL="0" indent="0">
              <a:buNone/>
            </a:pPr>
            <a:r>
              <a:rPr lang="en-US" dirty="0"/>
              <a:t>       process A : Canteen Staff</a:t>
            </a:r>
          </a:p>
          <a:p>
            <a:pPr marL="0" indent="0">
              <a:buNone/>
            </a:pPr>
            <a:r>
              <a:rPr lang="en-US" dirty="0"/>
              <a:t>       Process B : Student</a:t>
            </a:r>
          </a:p>
          <a:p>
            <a:pPr marL="0" indent="0">
              <a:buNone/>
            </a:pPr>
            <a:r>
              <a:rPr lang="en-US" dirty="0"/>
              <a:t>    they communicate through 1 shared file menu.txt</a:t>
            </a:r>
          </a:p>
          <a:p>
            <a:pPr marL="0" indent="0">
              <a:buNone/>
            </a:pPr>
            <a:r>
              <a:rPr lang="en-US" dirty="0"/>
              <a:t>    canteen staff write in the menu.txt while the students read the menu.txt</a:t>
            </a:r>
          </a:p>
          <a:p>
            <a:pPr marL="0" indent="0">
              <a:buNone/>
            </a:pPr>
            <a:r>
              <a:rPr lang="en-US" dirty="0"/>
              <a:t>        </a:t>
            </a:r>
            <a:endParaRPr dirty="0"/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IPC via shared files = simple but slow communication using disk files.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472</Words>
  <Application>Microsoft Office PowerPoint</Application>
  <PresentationFormat>On-screen Show (4:3)</PresentationFormat>
  <Paragraphs>95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Wingdings</vt:lpstr>
      <vt:lpstr>Office Theme</vt:lpstr>
      <vt:lpstr>IPC VIA SHARED FILES</vt:lpstr>
      <vt:lpstr>What is a Process?</vt:lpstr>
      <vt:lpstr>TYPES</vt:lpstr>
      <vt:lpstr>What is IPC?</vt:lpstr>
      <vt:lpstr>Why IPC is Needed</vt:lpstr>
      <vt:lpstr>Types of IPC</vt:lpstr>
      <vt:lpstr>What is IPC via Shared Files?</vt:lpstr>
      <vt:lpstr>Diagram</vt:lpstr>
      <vt:lpstr>How It Works</vt:lpstr>
      <vt:lpstr>Writer Example</vt:lpstr>
      <vt:lpstr>Reader Example</vt:lpstr>
      <vt:lpstr>Advantages</vt:lpstr>
      <vt:lpstr>Disadvantages</vt:lpstr>
      <vt:lpstr>Real-Life Examples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Inter-Process Communication (IPC) via Shared Files</dc:title>
  <dc:subject/>
  <dc:creator/>
  <cp:keywords/>
  <dc:description>generated using python-pptx</dc:description>
  <cp:lastModifiedBy>USER</cp:lastModifiedBy>
  <cp:revision>10</cp:revision>
  <dcterms:created xsi:type="dcterms:W3CDTF">2013-01-27T09:14:16Z</dcterms:created>
  <dcterms:modified xsi:type="dcterms:W3CDTF">2025-12-07T18:44:27Z</dcterms:modified>
  <cp:category/>
</cp:coreProperties>
</file>